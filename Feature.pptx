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8" d="100"/>
          <a:sy n="78" d="100"/>
        </p:scale>
        <p:origin x="83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55096-4BA5-2DFA-B985-536F34847F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DC0797-EB75-D8C3-0128-3FC3FD5998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F6C305-FD1D-34B5-4E27-212340F03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E167D-BE75-4F29-B0AC-31BE0147596E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22FF56-7DA7-7194-E653-2D040FDCC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F8048-D99A-3936-51C7-2E51FFD73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C126E-0F91-4849-A523-1492E0105A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71790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852F1-4D99-A05B-D96A-C98CE2702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DC5CF-A0EA-7785-663F-6B04E43770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368500-B498-EF5A-7C35-56AC70AAD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E167D-BE75-4F29-B0AC-31BE0147596E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1A0588-D763-F257-FED0-A95BADEE2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1DE0C4-A180-6AD8-37FC-765D01879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C126E-0F91-4849-A523-1492E0105A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2598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14337-341C-0A0E-D3D1-C2997CE0D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798EAB-2886-BDD2-8DDE-AA9295913B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CE73D2-C82C-E99E-2994-6DDE72FD0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E167D-BE75-4F29-B0AC-31BE0147596E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A97F3-35BD-AD50-B6E3-414827692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1B242-0F31-16B0-45EC-0EF9669AA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C126E-0F91-4849-A523-1492E0105A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9023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45971-6CDC-7A7E-67A5-60426CC3C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6268CB-48FC-C888-1E57-B480ABF3A1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DDFEC7-3935-4B82-269B-466C0A088A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E1C0F8-E41D-EBFB-5AD3-0BC063DC6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E167D-BE75-4F29-B0AC-31BE0147596E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C35992-FEE3-A30E-DD12-B923AB6CC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172806-D56F-488E-9E2C-902C2EEAF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C126E-0F91-4849-A523-1492E0105A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1359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29A5B-F8CC-DF79-6FF2-70645D86F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7DEDBA-3EE1-ACC9-B537-652D1B86C0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2A3969-6266-5199-32F8-0BE30E90BD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1FF42A-06FA-0F59-B8BC-069328A4E4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0E7C4E-78D4-D948-50CF-9FF7643FA8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31D9D1-8BF1-55D9-A860-E3A8F5392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E167D-BE75-4F29-B0AC-31BE0147596E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54B741-C7D6-071E-F5E5-F83DD47CA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A99080-3BB6-70C1-1D00-EEB25BFA0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C126E-0F91-4849-A523-1492E0105A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97411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94498-1585-B175-1336-F597D618C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FD3664-6CA3-A0C5-A41E-6D1BF005E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E167D-BE75-4F29-B0AC-31BE0147596E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9E58BC-0254-243D-88B7-44D5D67ED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18C038-8892-61DD-07E9-2BAB77748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C126E-0F91-4849-A523-1492E0105A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43017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419384-B659-7F5C-BC23-60A090F9C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E167D-BE75-4F29-B0AC-31BE0147596E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54820E-C445-A9CA-AECE-6930D602F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D2D757-C89E-F57A-FD4B-D71633B68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C126E-0F91-4849-A523-1492E0105A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8072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37644-E823-0BB2-6910-EE1E10F53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B2922B-BFBA-023D-166C-9A556AB1F3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597A4A-BC43-A800-247E-05F1FE3A43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338BC1-FF28-56F8-CC03-3573C83EE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E167D-BE75-4F29-B0AC-31BE0147596E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AF2477-8736-738F-7453-3EE944AAA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4600DC-326E-1DEB-B8EB-C781A5329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C126E-0F91-4849-A523-1492E0105A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41188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985CB-B23A-E39A-DE3E-86E1F363B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167316-C9F7-9C8F-6A9E-069A4DF5EA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66DE7B-9389-8ECE-B26B-4CDA93AFFB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386A64-E371-BFE0-FF9A-CA29F40A0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E167D-BE75-4F29-B0AC-31BE0147596E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EA8C93-DB5C-178D-9CC1-AA78F1A49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6B4EA1-F9FE-C588-A81A-16B9528A7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C126E-0F91-4849-A523-1492E0105A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1652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A7511-5907-CA0A-3B17-E8ACD890F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92069A-E9AA-1BC6-9E09-E67A160A31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677081-D7FC-01C2-232E-614B28A36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E167D-BE75-4F29-B0AC-31BE0147596E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1218BD-8C54-F4F8-E0E3-D56AECC68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8FAA28-7614-0C02-9B33-71302A288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C126E-0F91-4849-A523-1492E0105A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5228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9BEAC66-81A1-E497-1FD4-A07B4C4907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C4AC08-D199-D297-1331-A074199754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52E14D-CE6F-3AC8-49D3-5880746BB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E167D-BE75-4F29-B0AC-31BE0147596E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2730AE-069E-7FDF-0A86-0BDA1265F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BB3335-757F-1DF2-C5CA-07E36EBEF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C126E-0F91-4849-A523-1492E0105A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7766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895A00-69FB-9BD1-FF10-A445BB0DF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12D607-6B5F-6236-9338-E7213B5C84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5DD81B-38B8-4872-F737-014FD2E195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5E167D-BE75-4F29-B0AC-31BE0147596E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B7303C-6B06-C1E5-B7BE-E5C19A7B61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5E15FA-11DF-ADDE-CC15-2858CE2C40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EC126E-0F91-4849-A523-1492E0105A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9746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DED9C-86A3-CE9C-C934-BF7C9113A4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4666" y="1263386"/>
            <a:ext cx="9863667" cy="1181630"/>
          </a:xfrm>
        </p:spPr>
        <p:txBody>
          <a:bodyPr/>
          <a:lstStyle/>
          <a:p>
            <a:r>
              <a:rPr lang="en-IN" dirty="0"/>
              <a:t>Feature: View Batch Numbers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2648C7-0685-ABB4-CAEE-4FC5B55363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212571"/>
            <a:ext cx="9144000" cy="165576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This feature allows the user to quickly access batch records. When navigating to the batch list, the system first loads and displays the </a:t>
            </a:r>
            <a:r>
              <a:rPr lang="en-US" b="1" dirty="0"/>
              <a:t>latest 20 batch numbers</a:t>
            </a:r>
            <a:r>
              <a:rPr lang="en-US" dirty="0"/>
              <a:t> to ensure fast response time and a smooth experience. If needed, the user can then choose to load and view </a:t>
            </a:r>
            <a:r>
              <a:rPr lang="en-US" b="1" dirty="0"/>
              <a:t>all batch numbers</a:t>
            </a:r>
            <a:r>
              <a:rPr lang="en-US" dirty="0"/>
              <a:t> for a complete history.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320778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4411F41-A827-75AA-962A-207415DA5A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peech Bubble: Rectangle 3">
            <a:extLst>
              <a:ext uri="{FF2B5EF4-FFF2-40B4-BE49-F238E27FC236}">
                <a16:creationId xmlns:a16="http://schemas.microsoft.com/office/drawing/2014/main" id="{5FEB3261-2988-D0E9-B297-44B05367709A}"/>
              </a:ext>
            </a:extLst>
          </p:cNvPr>
          <p:cNvSpPr/>
          <p:nvPr/>
        </p:nvSpPr>
        <p:spPr>
          <a:xfrm>
            <a:off x="953729" y="2625213"/>
            <a:ext cx="4188542" cy="589935"/>
          </a:xfrm>
          <a:prstGeom prst="wedgeRectCallout">
            <a:avLst>
              <a:gd name="adj1" fmla="val -34917"/>
              <a:gd name="adj2" fmla="val -25889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Click here to see the latest 20 batch numbers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310599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3426B-3696-E5C6-56FF-A6E28831C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7E946AD-FCAA-6909-53D1-8E41E6E8A8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3617"/>
            <a:ext cx="12192000" cy="6650765"/>
          </a:xfrm>
          <a:prstGeom prst="rect">
            <a:avLst/>
          </a:prstGeom>
        </p:spPr>
      </p:pic>
      <p:sp>
        <p:nvSpPr>
          <p:cNvPr id="6" name="Speech Bubble: Rectangle 5">
            <a:extLst>
              <a:ext uri="{FF2B5EF4-FFF2-40B4-BE49-F238E27FC236}">
                <a16:creationId xmlns:a16="http://schemas.microsoft.com/office/drawing/2014/main" id="{3415CDD8-4E91-4E88-CF28-063DDA4F82F6}"/>
              </a:ext>
            </a:extLst>
          </p:cNvPr>
          <p:cNvSpPr/>
          <p:nvPr/>
        </p:nvSpPr>
        <p:spPr>
          <a:xfrm>
            <a:off x="4001729" y="4070554"/>
            <a:ext cx="4188542" cy="589935"/>
          </a:xfrm>
          <a:prstGeom prst="wedgeRectCallout">
            <a:avLst>
              <a:gd name="adj1" fmla="val 764"/>
              <a:gd name="adj2" fmla="val 29610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Click here to see the all-batch numbers</a:t>
            </a:r>
            <a:endParaRPr lang="en-IN" dirty="0"/>
          </a:p>
        </p:txBody>
      </p:sp>
      <p:sp>
        <p:nvSpPr>
          <p:cNvPr id="7" name="Speech Bubble: Rectangle 6">
            <a:extLst>
              <a:ext uri="{FF2B5EF4-FFF2-40B4-BE49-F238E27FC236}">
                <a16:creationId xmlns:a16="http://schemas.microsoft.com/office/drawing/2014/main" id="{5648E6CC-3B4E-AE5E-DCE4-B18B62F6A416}"/>
              </a:ext>
            </a:extLst>
          </p:cNvPr>
          <p:cNvSpPr/>
          <p:nvPr/>
        </p:nvSpPr>
        <p:spPr>
          <a:xfrm>
            <a:off x="196645" y="4788310"/>
            <a:ext cx="3569110" cy="589935"/>
          </a:xfrm>
          <a:prstGeom prst="wedgeRectCallout">
            <a:avLst>
              <a:gd name="adj1" fmla="val -33310"/>
              <a:gd name="adj2" fmla="val 17943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Click here to return on home page</a:t>
            </a:r>
            <a:endParaRPr lang="en-IN" dirty="0"/>
          </a:p>
        </p:txBody>
      </p:sp>
      <p:sp>
        <p:nvSpPr>
          <p:cNvPr id="8" name="Speech Bubble: Rectangle 7">
            <a:extLst>
              <a:ext uri="{FF2B5EF4-FFF2-40B4-BE49-F238E27FC236}">
                <a16:creationId xmlns:a16="http://schemas.microsoft.com/office/drawing/2014/main" id="{B26EBDAD-190F-E19A-FAE2-A0D46B8F3EBB}"/>
              </a:ext>
            </a:extLst>
          </p:cNvPr>
          <p:cNvSpPr/>
          <p:nvPr/>
        </p:nvSpPr>
        <p:spPr>
          <a:xfrm>
            <a:off x="8426247" y="4788310"/>
            <a:ext cx="3569110" cy="589935"/>
          </a:xfrm>
          <a:prstGeom prst="wedgeRectCallout">
            <a:avLst>
              <a:gd name="adj1" fmla="val 31704"/>
              <a:gd name="adj2" fmla="val 18277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Click here to go one step back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303352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A076EA-B211-FC8C-AB74-BBFC00B8D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C4D9577-E203-28E8-0D23-4E77777223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3760"/>
            <a:ext cx="12192000" cy="6681782"/>
          </a:xfrm>
          <a:prstGeom prst="rect">
            <a:avLst/>
          </a:prstGeom>
        </p:spPr>
      </p:pic>
      <p:sp>
        <p:nvSpPr>
          <p:cNvPr id="4" name="Speech Bubble: Rectangle 3">
            <a:extLst>
              <a:ext uri="{FF2B5EF4-FFF2-40B4-BE49-F238E27FC236}">
                <a16:creationId xmlns:a16="http://schemas.microsoft.com/office/drawing/2014/main" id="{73B00770-2A9E-9E27-CC02-B6388FEA3041}"/>
              </a:ext>
            </a:extLst>
          </p:cNvPr>
          <p:cNvSpPr/>
          <p:nvPr/>
        </p:nvSpPr>
        <p:spPr>
          <a:xfrm>
            <a:off x="196645" y="4788310"/>
            <a:ext cx="3569110" cy="589935"/>
          </a:xfrm>
          <a:prstGeom prst="wedgeRectCallout">
            <a:avLst>
              <a:gd name="adj1" fmla="val -33310"/>
              <a:gd name="adj2" fmla="val 17943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Click here to return on home page</a:t>
            </a:r>
            <a:endParaRPr lang="en-IN" dirty="0"/>
          </a:p>
        </p:txBody>
      </p:sp>
      <p:sp>
        <p:nvSpPr>
          <p:cNvPr id="5" name="Speech Bubble: Rectangle 4">
            <a:extLst>
              <a:ext uri="{FF2B5EF4-FFF2-40B4-BE49-F238E27FC236}">
                <a16:creationId xmlns:a16="http://schemas.microsoft.com/office/drawing/2014/main" id="{024B9935-C6A0-3F8B-DEE8-971FFD4141DF}"/>
              </a:ext>
            </a:extLst>
          </p:cNvPr>
          <p:cNvSpPr/>
          <p:nvPr/>
        </p:nvSpPr>
        <p:spPr>
          <a:xfrm>
            <a:off x="8426247" y="4788310"/>
            <a:ext cx="3569110" cy="589935"/>
          </a:xfrm>
          <a:prstGeom prst="wedgeRectCallout">
            <a:avLst>
              <a:gd name="adj1" fmla="val 31704"/>
              <a:gd name="adj2" fmla="val 18277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Click here to go one step back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69738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A13AF-DDA8-8EF5-81C6-B616F48DD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7565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5F3DA-9214-0059-AED3-DF5D1847F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73553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988B2-05A7-F65F-C52E-539F28839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71304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108</Words>
  <Application>Microsoft Office PowerPoint</Application>
  <PresentationFormat>Widescreen</PresentationFormat>
  <Paragraphs>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Feature: View Batch Numbers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Anupam Singh Sikarwar</dc:creator>
  <cp:lastModifiedBy>Anupam Singh Sikarwar</cp:lastModifiedBy>
  <cp:revision>1</cp:revision>
  <cp:lastPrinted>2025-11-23T13:57:24Z</cp:lastPrinted>
  <dcterms:created xsi:type="dcterms:W3CDTF">2025-11-23T13:56:52Z</dcterms:created>
  <dcterms:modified xsi:type="dcterms:W3CDTF">2025-11-23T13:58:17Z</dcterms:modified>
</cp:coreProperties>
</file>